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0457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D4AF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LEEDS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COMPLAINT HANDLING SOP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Retail Store Staff Training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4AF70"/>
                </a:solidFill>
              </a:rPr>
              <a:t>Professional &amp; Effective Recovery Process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2344"/>
                </a:solidFill>
              </a:rPr>
              <a:t>WHY LEEDS MATTERS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1E2937"/>
                </a:solidFill>
              </a:rPr>
              <a:t>• Turns negative experiences into loyal customers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1E2937"/>
                </a:solidFill>
              </a:rPr>
              <a:t>• Builds brand reputation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1E2937"/>
                </a:solidFill>
              </a:rPr>
              <a:t>• Increases repeat business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1E2937"/>
                </a:solidFill>
              </a:rPr>
              <a:t>• </a:t>
            </a:r>
            <a:r>
              <a:rPr lang="en-US" dirty="0">
                <a:solidFill>
                  <a:srgbClr val="1E2937"/>
                </a:solidFill>
              </a:rPr>
              <a:t>Gopala’s</a:t>
            </a:r>
            <a:r>
              <a:rPr lang="en-US" sz="1800" dirty="0">
                <a:solidFill>
                  <a:srgbClr val="1E2937"/>
                </a:solidFill>
              </a:rPr>
              <a:t> standard for customer recovery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D4AF70"/>
                </a:solidFill>
              </a:rPr>
              <a:t>L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828800" y="228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LISTEN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2937"/>
                </a:solidFill>
              </a:rPr>
              <a:t>Customer ko bina interrupt kiye pura suno.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E2937"/>
                </a:solidFill>
              </a:rPr>
              <a:t>Active listening dikhao - eye contact, nod karo.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344"/>
                </a:solidFill>
              </a:rPr>
              <a:t>Best Practices: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7"/>
                </a:solidFill>
              </a:rPr>
              <a:t>Notes lo, unki feelings samjho.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D4AF70"/>
                </a:solidFill>
              </a:rPr>
              <a:t>E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828800" y="228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EMPATHIZE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2937"/>
                </a:solidFill>
              </a:rPr>
              <a:t>Unke feelings ko acknowledge karo.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E2937"/>
                </a:solidFill>
              </a:rPr>
              <a:t>'Samajh sakta hoon aapko kitni pareshani hui...'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344"/>
                </a:solidFill>
              </a:rPr>
              <a:t>Best Practices: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7"/>
                </a:solidFill>
              </a:rPr>
              <a:t>Genuine raho, unhe value do.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D4AF70"/>
                </a:solidFill>
              </a:rPr>
              <a:t>A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828800" y="228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APOLOGIZE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2937"/>
                </a:solidFill>
              </a:rPr>
              <a:t>Bina excuses ke sorry bolo.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E2937"/>
                </a:solidFill>
              </a:rPr>
              <a:t>'I'm really sorry for the inconvenience.'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344"/>
                </a:solidFill>
              </a:rPr>
              <a:t>Best Practices: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7"/>
                </a:solidFill>
              </a:rPr>
              <a:t>Personal aur sincere.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D4AF70"/>
                </a:solidFill>
              </a:rPr>
              <a:t>D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828800" y="228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DELIVER / RESOLVE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2937"/>
                </a:solidFill>
              </a:rPr>
              <a:t>Turant solution do - replacement, refund, voucher, free item.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E2937"/>
                </a:solidFill>
              </a:rPr>
              <a:t>WOW the customer!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344"/>
                </a:solidFill>
              </a:rPr>
              <a:t>Best Practices: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7"/>
                </a:solidFill>
              </a:rPr>
              <a:t>Extra value add karo.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D4AF70"/>
                </a:solidFill>
              </a:rPr>
              <a:t>S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828800" y="228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SATISFY &amp; FOLLOW-UP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2937"/>
                </a:solidFill>
              </a:rPr>
              <a:t>Satisfied hain confirm karo.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E2937"/>
                </a:solidFill>
              </a:rPr>
              <a:t>Thank you bolo aur follow-up karo.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344"/>
                </a:solidFill>
              </a:rPr>
              <a:t>Best Practices: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7"/>
                </a:solidFill>
              </a:rPr>
              <a:t>Loyalty build karo.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4AF70"/>
                </a:solidFill>
              </a:rPr>
              <a:t>IMPLEMENT IN YOUR STORE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Staff training with role plays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Log every complaint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Empower team for quick resolution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Follow-up with customers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Aim for WOW experience every time!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D4AF70"/>
                </a:solidFill>
              </a:rPr>
              <a:t>Thank You!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D4AF70"/>
                </a:solidFill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</Words>
  <Application>Microsoft Office PowerPoint</Application>
  <PresentationFormat>On-screen Show (16:9)</PresentationFormat>
  <Paragraphs>55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LEEDS Customer Complaint Handling SOP</dc:title>
  <dc:subject>PptxGenJS Presentation</dc:subject>
  <dc:creator>Retail SOP</dc:creator>
  <cp:lastModifiedBy>USER</cp:lastModifiedBy>
  <cp:revision>2</cp:revision>
  <dcterms:created xsi:type="dcterms:W3CDTF">2026-06-11T06:44:34Z</dcterms:created>
  <dcterms:modified xsi:type="dcterms:W3CDTF">2026-06-11T06:47:03Z</dcterms:modified>
</cp:coreProperties>
</file>